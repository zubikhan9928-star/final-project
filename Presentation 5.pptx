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22B5282-5164-B025-5ACF-C811E7EE3DB8}" v="297" dt="2025-09-26T13:18:21.68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dirty="0"/>
              <a:t>9/26/2025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73223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9/26/2025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32973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9/26/2025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54926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9/26/2025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36704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9/26/2025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42380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9/26/2025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20148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9/26/2025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69518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9/26/2025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46870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9/26/2025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01411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9/26/2025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90894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9/26/2025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02482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9/26/2025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1610687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9/26/2025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409006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9/26/2025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516422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9/26/2025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28547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9/26/2025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401093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9/26/2025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35312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dirty="0"/>
              <a:t>9/26/2025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01327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  <p:sldLayoutId id="2147483697" r:id="rId13"/>
    <p:sldLayoutId id="2147483698" r:id="rId14"/>
    <p:sldLayoutId id="2147483699" r:id="rId15"/>
    <p:sldLayoutId id="2147483700" r:id="rId16"/>
    <p:sldLayoutId id="2147483701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85042" y="-142461"/>
            <a:ext cx="8825658" cy="3329581"/>
          </a:xfrm>
        </p:spPr>
        <p:txBody>
          <a:bodyPr/>
          <a:lstStyle/>
          <a:p>
            <a:pPr algn="ctr"/>
            <a:r>
              <a:rPr lang="en-US" sz="6600" b="1" u="sng" dirty="0">
                <a:latin typeface="Aptos"/>
              </a:rPr>
              <a:t>"MY INTRODUCTION"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31042" y="3065641"/>
            <a:ext cx="8825658" cy="2186637"/>
          </a:xfrm>
        </p:spPr>
        <p:txBody>
          <a:bodyPr>
            <a:normAutofit/>
          </a:bodyPr>
          <a:lstStyle/>
          <a:p>
            <a:pPr algn="ctr"/>
            <a:r>
              <a:rPr lang="en-US" sz="4800" b="1" u="sng" dirty="0"/>
              <a:t>"Who I Am"</a:t>
            </a:r>
          </a:p>
          <a:p>
            <a:pPr algn="ctr"/>
            <a:r>
              <a:rPr lang="en-US" sz="3200" b="1" u="sng" dirty="0"/>
              <a:t>By: Fatima </a:t>
            </a:r>
            <a:r>
              <a:rPr lang="en-US" sz="3200" b="1" u="sng" dirty="0" err="1"/>
              <a:t>bibi</a:t>
            </a:r>
            <a:endParaRPr lang="en-US" sz="3200" b="1" u="sng" dirty="0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06F7FC-8858-3EA0-37D7-775322D662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8459" y="1711674"/>
            <a:ext cx="9404723" cy="1400530"/>
          </a:xfrm>
        </p:spPr>
        <p:txBody>
          <a:bodyPr/>
          <a:lstStyle/>
          <a:p>
            <a:pPr algn="ctr"/>
            <a:r>
              <a:rPr lang="en-US" sz="5400" b="1" u="sng" dirty="0">
                <a:latin typeface="Aptos"/>
              </a:rPr>
              <a:t>"About Me"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E55116-DED8-41CE-B50A-FB024FE7C6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22355" y="3113092"/>
            <a:ext cx="8946541" cy="226287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200" dirty="0">
                <a:latin typeface="Aptos"/>
                <a:ea typeface="+mj-lt"/>
                <a:cs typeface="+mj-lt"/>
              </a:rPr>
              <a:t>My name is Fatima Khan. I am 18 years old and currently pursuing my intermediate studies. Alongside academics, I am a passionate football player at Jafa Soccer Academy.</a:t>
            </a:r>
            <a:r>
              <a:rPr lang="en-US" sz="3200" dirty="0">
                <a:ea typeface="+mj-lt"/>
                <a:cs typeface="+mj-lt"/>
              </a:rPr>
              <a:t>✨</a:t>
            </a:r>
            <a:endParaRPr lang="en-US" sz="3200" dirty="0"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1586927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3A1E57-B136-51A1-5E37-FF5D522AB4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4800" b="1" u="sng" dirty="0">
                <a:latin typeface="Aptos"/>
              </a:rPr>
              <a:t>Personality + Hobbies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9F99635-4807-49D2-84EF-7BE661C7EC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4768" y="1281545"/>
            <a:ext cx="4396338" cy="576262"/>
          </a:xfrm>
        </p:spPr>
        <p:txBody>
          <a:bodyPr/>
          <a:lstStyle/>
          <a:p>
            <a:pPr algn="ctr"/>
            <a:r>
              <a:rPr lang="en-US" sz="3200" b="1" u="sng" dirty="0">
                <a:latin typeface="Aptos"/>
              </a:rPr>
              <a:t>Personality 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BF5851-B18D-929D-1EB6-2E1F324AEA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03312" y="2029691"/>
            <a:ext cx="4396339" cy="3741738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2000" b="1" dirty="0">
                <a:ea typeface="+mj-lt"/>
                <a:cs typeface="+mj-lt"/>
              </a:rPr>
              <a:t>Determined</a:t>
            </a:r>
            <a:r>
              <a:rPr lang="en-US" sz="2000" dirty="0">
                <a:ea typeface="+mj-lt"/>
                <a:cs typeface="+mj-lt"/>
              </a:rPr>
              <a:t> – stays focused on goals both in studies and sports.</a:t>
            </a:r>
            <a:endParaRPr lang="en-US" sz="2000" dirty="0"/>
          </a:p>
          <a:p>
            <a:pPr>
              <a:buClr>
                <a:srgbClr val="8AD0D6"/>
              </a:buClr>
            </a:pPr>
            <a:r>
              <a:rPr lang="en-US" sz="2000" b="1" dirty="0">
                <a:ea typeface="+mj-lt"/>
                <a:cs typeface="+mj-lt"/>
              </a:rPr>
              <a:t>Disciplined</a:t>
            </a:r>
            <a:r>
              <a:rPr lang="en-US" sz="2000" dirty="0">
                <a:ea typeface="+mj-lt"/>
                <a:cs typeface="+mj-lt"/>
              </a:rPr>
              <a:t> – manages time between academics and training.</a:t>
            </a:r>
            <a:endParaRPr lang="en-US" sz="2000" dirty="0"/>
          </a:p>
          <a:p>
            <a:pPr>
              <a:buClr>
                <a:srgbClr val="8AD0D6"/>
              </a:buClr>
            </a:pPr>
            <a:r>
              <a:rPr lang="en-US" sz="2000" b="1" dirty="0">
                <a:ea typeface="+mj-lt"/>
                <a:cs typeface="+mj-lt"/>
              </a:rPr>
              <a:t>Team Player</a:t>
            </a:r>
            <a:r>
              <a:rPr lang="en-US" sz="2000" dirty="0">
                <a:ea typeface="+mj-lt"/>
                <a:cs typeface="+mj-lt"/>
              </a:rPr>
              <a:t> – values teamwork on and off the field.</a:t>
            </a:r>
            <a:endParaRPr lang="en-US" sz="2000" dirty="0"/>
          </a:p>
          <a:p>
            <a:pPr>
              <a:buClr>
                <a:srgbClr val="8AD0D6"/>
              </a:buClr>
            </a:pPr>
            <a:r>
              <a:rPr lang="en-US" sz="2000" b="1" dirty="0">
                <a:ea typeface="+mj-lt"/>
                <a:cs typeface="+mj-lt"/>
              </a:rPr>
              <a:t>Energetic &amp; Passionate</a:t>
            </a:r>
            <a:r>
              <a:rPr lang="en-US" sz="2000" dirty="0">
                <a:ea typeface="+mj-lt"/>
                <a:cs typeface="+mj-lt"/>
              </a:rPr>
              <a:t> – always motivated to give my best.</a:t>
            </a:r>
            <a:endParaRPr lang="en-US" sz="2000" dirty="0"/>
          </a:p>
          <a:p>
            <a:pPr>
              <a:buClr>
                <a:srgbClr val="8AD0D6"/>
              </a:buClr>
            </a:pPr>
            <a:endParaRPr lang="en-US" sz="2000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0D3F8B6-F61D-311C-9A23-DB2A07BE9AD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492859" y="1281545"/>
            <a:ext cx="4396339" cy="576262"/>
          </a:xfrm>
        </p:spPr>
        <p:txBody>
          <a:bodyPr/>
          <a:lstStyle/>
          <a:p>
            <a:pPr algn="ctr"/>
            <a:r>
              <a:rPr lang="en-US" sz="3200" b="1" u="sng" dirty="0">
                <a:latin typeface="Aptos"/>
              </a:rPr>
              <a:t>Hobbies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0135F0-46BA-706E-2B07-505C588515F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654495" y="2029691"/>
            <a:ext cx="4396339" cy="37417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 dirty="0">
                <a:ea typeface="+mj-lt"/>
                <a:cs typeface="+mj-lt"/>
              </a:rPr>
              <a:t>Playing football ⚽ (main passion)</a:t>
            </a:r>
            <a:endParaRPr lang="en-US" sz="2000" dirty="0"/>
          </a:p>
          <a:p>
            <a:pPr>
              <a:buClr>
                <a:srgbClr val="8AD0D6"/>
              </a:buClr>
            </a:pPr>
            <a:r>
              <a:rPr lang="en-US" sz="2000" dirty="0">
                <a:ea typeface="+mj-lt"/>
                <a:cs typeface="+mj-lt"/>
              </a:rPr>
              <a:t>Fitness &amp; outdoor activities 🏃‍♀️</a:t>
            </a:r>
            <a:endParaRPr lang="en-US" sz="2000" dirty="0"/>
          </a:p>
          <a:p>
            <a:pPr>
              <a:buClr>
                <a:srgbClr val="8AD0D6"/>
              </a:buClr>
            </a:pPr>
            <a:r>
              <a:rPr lang="en-US" sz="2000" dirty="0">
                <a:ea typeface="+mj-lt"/>
                <a:cs typeface="+mj-lt"/>
              </a:rPr>
              <a:t>Listening to music 🎶</a:t>
            </a:r>
            <a:endParaRPr lang="en-US" sz="2000" dirty="0"/>
          </a:p>
          <a:p>
            <a:pPr>
              <a:buClr>
                <a:srgbClr val="8AD0D6"/>
              </a:buClr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2250025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37792A-78D5-3220-66CA-F092594DE9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4400" b="1" u="sng" dirty="0">
                <a:latin typeface="Aptos"/>
                <a:ea typeface="+mj-lt"/>
                <a:cs typeface="+mj-lt"/>
              </a:rPr>
              <a:t>"Academic &amp; Personal Achievements"</a:t>
            </a:r>
            <a:endParaRPr lang="en-US" sz="4400" b="1" u="sng" dirty="0">
              <a:latin typeface="Aptos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E1A17E-605B-19BF-3549-4D1574C510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spcBef>
                <a:spcPct val="0"/>
              </a:spcBef>
            </a:pPr>
            <a:r>
              <a:rPr lang="en-US" sz="3200" b="1" u="sng" dirty="0">
                <a:solidFill>
                  <a:srgbClr val="EBEBEB"/>
                </a:solidFill>
                <a:latin typeface="Aptos"/>
              </a:rPr>
              <a:t>"Academic Achievement"</a:t>
            </a:r>
            <a:endParaRPr lang="en-US" sz="3200" u="sng">
              <a:latin typeface="Aptos"/>
            </a:endParaRPr>
          </a:p>
          <a:p>
            <a:pPr marL="285750" indent="-285750">
              <a:spcBef>
                <a:spcPct val="0"/>
              </a:spcBef>
              <a:buClr>
                <a:srgbClr val="8AD0D6"/>
              </a:buClr>
              <a:buFont typeface="Arial,Sans-Serif" charset="2"/>
              <a:buChar char="•"/>
            </a:pPr>
            <a:r>
              <a:rPr lang="en-US" sz="2800" dirty="0">
                <a:solidFill>
                  <a:srgbClr val="EBEBEB"/>
                </a:solidFill>
                <a:latin typeface="Aptos"/>
              </a:rPr>
              <a:t>Successfully completed </a:t>
            </a:r>
            <a:r>
              <a:rPr lang="en-US" sz="2800" b="1" dirty="0">
                <a:solidFill>
                  <a:srgbClr val="EBEBEB"/>
                </a:solidFill>
                <a:latin typeface="Aptos"/>
              </a:rPr>
              <a:t>First Year in Pre-Engineering</a:t>
            </a:r>
            <a:r>
              <a:rPr lang="en-US" sz="2800" dirty="0">
                <a:solidFill>
                  <a:srgbClr val="EBEBEB"/>
                </a:solidFill>
                <a:latin typeface="Aptos"/>
              </a:rPr>
              <a:t>.</a:t>
            </a:r>
            <a:endParaRPr lang="en-US" sz="2800">
              <a:latin typeface="Aptos"/>
            </a:endParaRPr>
          </a:p>
          <a:p>
            <a:pPr>
              <a:spcBef>
                <a:spcPct val="0"/>
              </a:spcBef>
              <a:buClr>
                <a:srgbClr val="8AD0D6"/>
              </a:buClr>
            </a:pPr>
            <a:r>
              <a:rPr lang="en-US" sz="3200" b="1" u="sng" dirty="0">
                <a:solidFill>
                  <a:srgbClr val="EBEBEB"/>
                </a:solidFill>
                <a:latin typeface="Aptos"/>
              </a:rPr>
              <a:t>"Personal Achievements"</a:t>
            </a:r>
            <a:endParaRPr lang="en-US" sz="3200" u="sng" dirty="0">
              <a:latin typeface="Aptos"/>
            </a:endParaRPr>
          </a:p>
          <a:p>
            <a:pPr marL="285750" indent="-285750">
              <a:spcBef>
                <a:spcPct val="0"/>
              </a:spcBef>
              <a:buClr>
                <a:srgbClr val="8AD0D6"/>
              </a:buClr>
              <a:buFont typeface="Arial,Sans-Serif" charset="2"/>
              <a:buChar char="•"/>
            </a:pPr>
            <a:r>
              <a:rPr lang="en-US" sz="2800" dirty="0">
                <a:solidFill>
                  <a:srgbClr val="EBEBEB"/>
                </a:solidFill>
                <a:latin typeface="Aptos"/>
              </a:rPr>
              <a:t>Skilled in </a:t>
            </a:r>
            <a:r>
              <a:rPr lang="en-US" sz="2800" b="1" dirty="0">
                <a:solidFill>
                  <a:srgbClr val="EBEBEB"/>
                </a:solidFill>
                <a:latin typeface="Aptos"/>
              </a:rPr>
              <a:t>Graphic Designing</a:t>
            </a:r>
            <a:r>
              <a:rPr lang="en-US" sz="2800" dirty="0">
                <a:solidFill>
                  <a:srgbClr val="EBEBEB"/>
                </a:solidFill>
                <a:latin typeface="Aptos"/>
              </a:rPr>
              <a:t>.</a:t>
            </a:r>
            <a:endParaRPr lang="en-US" sz="2800" dirty="0">
              <a:latin typeface="Aptos"/>
            </a:endParaRPr>
          </a:p>
          <a:p>
            <a:pPr marL="285750" indent="-285750">
              <a:spcBef>
                <a:spcPct val="0"/>
              </a:spcBef>
              <a:buClr>
                <a:srgbClr val="8AD0D6"/>
              </a:buClr>
              <a:buFont typeface="Arial,Sans-Serif" charset="2"/>
              <a:buChar char="•"/>
            </a:pPr>
            <a:r>
              <a:rPr lang="en-US" sz="2800" dirty="0">
                <a:solidFill>
                  <a:srgbClr val="EBEBEB"/>
                </a:solidFill>
                <a:latin typeface="Aptos"/>
              </a:rPr>
              <a:t>Passionate </a:t>
            </a:r>
            <a:r>
              <a:rPr lang="en-US" sz="2800" b="1" dirty="0">
                <a:solidFill>
                  <a:srgbClr val="EBEBEB"/>
                </a:solidFill>
                <a:latin typeface="Aptos"/>
              </a:rPr>
              <a:t>Photographer</a:t>
            </a:r>
            <a:r>
              <a:rPr lang="en-US" sz="2800" dirty="0">
                <a:solidFill>
                  <a:srgbClr val="EBEBEB"/>
                </a:solidFill>
                <a:latin typeface="Aptos"/>
              </a:rPr>
              <a:t>.</a:t>
            </a:r>
            <a:endParaRPr lang="en-US" sz="2800" dirty="0">
              <a:latin typeface="Aptos"/>
            </a:endParaRPr>
          </a:p>
          <a:p>
            <a:pPr marL="285750" indent="-285750">
              <a:spcBef>
                <a:spcPct val="0"/>
              </a:spcBef>
              <a:buClr>
                <a:srgbClr val="8AD0D6"/>
              </a:buClr>
              <a:buFont typeface="Arial,Sans-Serif" charset="2"/>
              <a:buChar char="•"/>
            </a:pPr>
            <a:r>
              <a:rPr lang="en-US" sz="2800" dirty="0">
                <a:solidFill>
                  <a:srgbClr val="EBEBEB"/>
                </a:solidFill>
                <a:latin typeface="Aptos"/>
              </a:rPr>
              <a:t>Active </a:t>
            </a:r>
            <a:r>
              <a:rPr lang="en-US" sz="2800" b="1" dirty="0">
                <a:solidFill>
                  <a:srgbClr val="EBEBEB"/>
                </a:solidFill>
                <a:latin typeface="Aptos"/>
              </a:rPr>
              <a:t>Football Player</a:t>
            </a:r>
            <a:r>
              <a:rPr lang="en-US" sz="2800" dirty="0">
                <a:solidFill>
                  <a:srgbClr val="EBEBEB"/>
                </a:solidFill>
                <a:latin typeface="Aptos"/>
              </a:rPr>
              <a:t> at Jafa Soccer Academy.</a:t>
            </a:r>
            <a:endParaRPr lang="en-US" sz="2800" dirty="0">
              <a:latin typeface="Aptos"/>
            </a:endParaRPr>
          </a:p>
          <a:p>
            <a:pPr>
              <a:spcBef>
                <a:spcPct val="0"/>
              </a:spcBef>
              <a:buClr>
                <a:srgbClr val="8AD0D6"/>
              </a:buClr>
            </a:pPr>
            <a:endParaRPr lang="en-US" sz="2800" dirty="0">
              <a:latin typeface="Aptos"/>
            </a:endParaRPr>
          </a:p>
          <a:p>
            <a:pPr>
              <a:buClr>
                <a:srgbClr val="8AD0D6"/>
              </a:buClr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98867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1ABA08-9F19-4582-256F-F5E2255D1C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5656" y="1006900"/>
            <a:ext cx="9404723" cy="1400530"/>
          </a:xfrm>
        </p:spPr>
        <p:txBody>
          <a:bodyPr/>
          <a:lstStyle/>
          <a:p>
            <a:pPr algn="ctr"/>
            <a:r>
              <a:rPr lang="en-US" sz="4800" b="1" u="sng" dirty="0">
                <a:latin typeface="Aptos"/>
              </a:rPr>
              <a:t>"Skills learned in course + fav  tool"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308C1A-ECBB-F260-734A-983D949B6C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22857" y="3092009"/>
            <a:ext cx="8958086" cy="2509845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2400" dirty="0">
                <a:latin typeface="Aptos"/>
                <a:ea typeface="+mj-lt"/>
                <a:cs typeface="+mj-lt"/>
              </a:rPr>
              <a:t>Proficient in </a:t>
            </a:r>
            <a:r>
              <a:rPr lang="en-US" sz="2400" b="1" dirty="0">
                <a:latin typeface="Aptos"/>
                <a:ea typeface="+mj-lt"/>
                <a:cs typeface="+mj-lt"/>
              </a:rPr>
              <a:t>MS Word</a:t>
            </a:r>
            <a:r>
              <a:rPr lang="en-US" sz="2400" dirty="0">
                <a:latin typeface="Aptos"/>
                <a:ea typeface="+mj-lt"/>
                <a:cs typeface="+mj-lt"/>
              </a:rPr>
              <a:t> – creating and formatting documents.</a:t>
            </a:r>
            <a:endParaRPr lang="en-US" sz="2400" dirty="0">
              <a:latin typeface="Aptos"/>
            </a:endParaRPr>
          </a:p>
          <a:p>
            <a:pPr>
              <a:buClr>
                <a:srgbClr val="8AD0D6"/>
              </a:buClr>
            </a:pPr>
            <a:r>
              <a:rPr lang="en-US" sz="2400" dirty="0">
                <a:latin typeface="Aptos"/>
                <a:ea typeface="+mj-lt"/>
                <a:cs typeface="+mj-lt"/>
              </a:rPr>
              <a:t>Experienced with </a:t>
            </a:r>
            <a:r>
              <a:rPr lang="en-US" sz="2400" b="1" dirty="0">
                <a:latin typeface="Aptos"/>
                <a:ea typeface="+mj-lt"/>
                <a:cs typeface="+mj-lt"/>
              </a:rPr>
              <a:t>MS Excel</a:t>
            </a:r>
            <a:r>
              <a:rPr lang="en-US" sz="2400" dirty="0">
                <a:latin typeface="Aptos"/>
                <a:ea typeface="+mj-lt"/>
                <a:cs typeface="+mj-lt"/>
              </a:rPr>
              <a:t> – managing and organizing data.</a:t>
            </a:r>
            <a:endParaRPr lang="en-US" sz="2400" dirty="0">
              <a:latin typeface="Aptos"/>
            </a:endParaRPr>
          </a:p>
          <a:p>
            <a:pPr>
              <a:buClr>
                <a:srgbClr val="8AD0D6"/>
              </a:buClr>
            </a:pPr>
            <a:r>
              <a:rPr lang="en-US" sz="2400" dirty="0">
                <a:latin typeface="Aptos"/>
                <a:ea typeface="+mj-lt"/>
                <a:cs typeface="+mj-lt"/>
              </a:rPr>
              <a:t>Skilled in </a:t>
            </a:r>
            <a:r>
              <a:rPr lang="en-US" sz="2400" b="1" dirty="0">
                <a:latin typeface="Aptos"/>
                <a:ea typeface="+mj-lt"/>
                <a:cs typeface="+mj-lt"/>
              </a:rPr>
              <a:t>MS PowerPoint</a:t>
            </a:r>
            <a:r>
              <a:rPr lang="en-US" sz="2400" dirty="0">
                <a:latin typeface="Aptos"/>
                <a:ea typeface="+mj-lt"/>
                <a:cs typeface="+mj-lt"/>
              </a:rPr>
              <a:t> – designing and presenting slides.</a:t>
            </a:r>
            <a:endParaRPr lang="en-US" sz="2400" dirty="0">
              <a:latin typeface="Aptos"/>
            </a:endParaRPr>
          </a:p>
          <a:p>
            <a:pPr>
              <a:buClr>
                <a:srgbClr val="8AD0D6"/>
              </a:buClr>
            </a:pPr>
            <a:r>
              <a:rPr lang="en-US" sz="3200" b="1" u="sng" dirty="0">
                <a:latin typeface="Aptos"/>
                <a:ea typeface="+mj-lt"/>
                <a:cs typeface="+mj-lt"/>
              </a:rPr>
              <a:t>" Favorite Tool"</a:t>
            </a:r>
            <a:r>
              <a:rPr lang="en-US" sz="2400" b="1" dirty="0">
                <a:latin typeface="Aptos"/>
                <a:ea typeface="+mj-lt"/>
                <a:cs typeface="+mj-lt"/>
              </a:rPr>
              <a:t>:</a:t>
            </a:r>
            <a:r>
              <a:rPr lang="en-US" sz="2400" dirty="0">
                <a:latin typeface="Aptos"/>
                <a:ea typeface="+mj-lt"/>
                <a:cs typeface="+mj-lt"/>
              </a:rPr>
              <a:t> </a:t>
            </a:r>
            <a:r>
              <a:rPr lang="en-US" sz="2400" i="1" dirty="0">
                <a:latin typeface="Aptos"/>
                <a:ea typeface="+mj-lt"/>
                <a:cs typeface="+mj-lt"/>
              </a:rPr>
              <a:t>MS PowerPoint</a:t>
            </a:r>
            <a:r>
              <a:rPr lang="en-US" sz="2400" dirty="0">
                <a:latin typeface="Aptos"/>
                <a:ea typeface="+mj-lt"/>
                <a:cs typeface="+mj-lt"/>
              </a:rPr>
              <a:t> – because it allows me to express creativity and present ideas effectively.</a:t>
            </a:r>
            <a:endParaRPr lang="en-US" sz="2400" dirty="0">
              <a:latin typeface="Aptos"/>
            </a:endParaRPr>
          </a:p>
          <a:p>
            <a:pPr>
              <a:buClr>
                <a:srgbClr val="8AD0D6"/>
              </a:buClr>
            </a:pPr>
            <a:endParaRPr lang="en-US" sz="2400" dirty="0"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35199810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0A701E-8DB2-8880-2F14-B13A5E81B6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6000" b="1" u="sng" dirty="0">
                <a:latin typeface="Aptos"/>
              </a:rPr>
              <a:t>"Strength and weakness</a:t>
            </a:r>
            <a:r>
              <a:rPr lang="en-US" sz="6600" b="1" u="sng" dirty="0">
                <a:latin typeface="Aptos"/>
              </a:rPr>
              <a:t>"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70621F-9A4E-2874-E24F-2C23310CD7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2800" b="1" u="sng" dirty="0">
                <a:latin typeface="Aptos"/>
                <a:ea typeface="+mj-lt"/>
                <a:cs typeface="+mj-lt"/>
              </a:rPr>
              <a:t>"Strengths"</a:t>
            </a:r>
            <a:endParaRPr lang="en-US">
              <a:latin typeface="Aptos"/>
            </a:endParaRPr>
          </a:p>
          <a:p>
            <a:pPr>
              <a:buClr>
                <a:srgbClr val="8AD0D6"/>
              </a:buClr>
            </a:pPr>
            <a:r>
              <a:rPr lang="en-US" dirty="0">
                <a:latin typeface="Aptos"/>
                <a:ea typeface="+mj-lt"/>
                <a:cs typeface="+mj-lt"/>
              </a:rPr>
              <a:t>Hardworking and consistent in studies &amp; sports</a:t>
            </a:r>
            <a:endParaRPr lang="en-US">
              <a:latin typeface="Aptos"/>
            </a:endParaRPr>
          </a:p>
          <a:p>
            <a:pPr>
              <a:buClr>
                <a:srgbClr val="8AD0D6"/>
              </a:buClr>
            </a:pPr>
            <a:r>
              <a:rPr lang="en-US" dirty="0">
                <a:latin typeface="Aptos"/>
                <a:ea typeface="+mj-lt"/>
                <a:cs typeface="+mj-lt"/>
              </a:rPr>
              <a:t>Strong teamwork and communication skills</a:t>
            </a:r>
            <a:endParaRPr lang="en-US">
              <a:latin typeface="Aptos"/>
            </a:endParaRPr>
          </a:p>
          <a:p>
            <a:pPr>
              <a:buClr>
                <a:srgbClr val="8AD0D6"/>
              </a:buClr>
            </a:pPr>
            <a:r>
              <a:rPr lang="en-US" dirty="0">
                <a:latin typeface="Aptos"/>
                <a:ea typeface="+mj-lt"/>
                <a:cs typeface="+mj-lt"/>
              </a:rPr>
              <a:t>Quick learner, eager to improve and adapt</a:t>
            </a:r>
            <a:endParaRPr lang="en-US">
              <a:latin typeface="Aptos"/>
            </a:endParaRPr>
          </a:p>
          <a:p>
            <a:pPr>
              <a:buClr>
                <a:srgbClr val="8AD0D6"/>
              </a:buClr>
            </a:pPr>
            <a:r>
              <a:rPr lang="en-US" dirty="0">
                <a:latin typeface="Aptos"/>
                <a:ea typeface="+mj-lt"/>
                <a:cs typeface="+mj-lt"/>
              </a:rPr>
              <a:t>Disciplined and focused on goals</a:t>
            </a:r>
            <a:endParaRPr lang="en-US">
              <a:latin typeface="Aptos"/>
            </a:endParaRPr>
          </a:p>
          <a:p>
            <a:pPr>
              <a:buClr>
                <a:srgbClr val="8AD0D6"/>
              </a:buClr>
            </a:pPr>
            <a:r>
              <a:rPr lang="en-US" sz="2800" b="1" u="sng" dirty="0">
                <a:latin typeface="Aptos"/>
                <a:ea typeface="+mj-lt"/>
                <a:cs typeface="+mj-lt"/>
              </a:rPr>
              <a:t>"Weaknesses"</a:t>
            </a:r>
            <a:endParaRPr lang="en-US" sz="2800" u="sng">
              <a:latin typeface="Aptos"/>
            </a:endParaRPr>
          </a:p>
          <a:p>
            <a:pPr>
              <a:buClr>
                <a:srgbClr val="8AD0D6"/>
              </a:buClr>
            </a:pPr>
            <a:r>
              <a:rPr lang="en-US" dirty="0">
                <a:latin typeface="Aptos"/>
                <a:ea typeface="+mj-lt"/>
                <a:cs typeface="+mj-lt"/>
              </a:rPr>
              <a:t>Sometimes overthinks before making decisions</a:t>
            </a:r>
            <a:endParaRPr lang="en-US">
              <a:latin typeface="Aptos"/>
            </a:endParaRPr>
          </a:p>
          <a:p>
            <a:pPr>
              <a:buClr>
                <a:srgbClr val="8AD0D6"/>
              </a:buClr>
            </a:pPr>
            <a:r>
              <a:rPr lang="en-US" dirty="0">
                <a:latin typeface="Aptos"/>
                <a:ea typeface="+mj-lt"/>
                <a:cs typeface="+mj-lt"/>
              </a:rPr>
              <a:t>Can be shy when meeting new people</a:t>
            </a:r>
            <a:endParaRPr lang="en-US">
              <a:latin typeface="Aptos"/>
            </a:endParaRPr>
          </a:p>
          <a:p>
            <a:pPr>
              <a:buClr>
                <a:srgbClr val="8AD0D6"/>
              </a:buClr>
            </a:pPr>
            <a:r>
              <a:rPr lang="en-US" dirty="0">
                <a:latin typeface="Aptos"/>
                <a:ea typeface="+mj-lt"/>
                <a:cs typeface="+mj-lt"/>
              </a:rPr>
              <a:t>Balances multiple tasks, which sometimes feels overwhelming</a:t>
            </a:r>
            <a:endParaRPr lang="en-US">
              <a:latin typeface="Aptos"/>
            </a:endParaRPr>
          </a:p>
          <a:p>
            <a:pPr>
              <a:buClr>
                <a:srgbClr val="8AD0D6"/>
              </a:buClr>
            </a:pPr>
            <a:endParaRPr lang="en-US" dirty="0"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189276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097326-FD4A-24BD-C6E9-79C2033DE7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566" y="648991"/>
            <a:ext cx="9404723" cy="1400530"/>
          </a:xfrm>
        </p:spPr>
        <p:txBody>
          <a:bodyPr/>
          <a:lstStyle/>
          <a:p>
            <a:pPr algn="ctr"/>
            <a:r>
              <a:rPr lang="en-US" sz="4800" b="1" u="sng" dirty="0">
                <a:latin typeface="Aptos"/>
                <a:ea typeface="+mj-lt"/>
                <a:cs typeface="+mj-lt"/>
              </a:rPr>
              <a:t>"Future Path &amp; Inspiration"</a:t>
            </a:r>
            <a:endParaRPr lang="en-US" sz="4800" dirty="0">
              <a:latin typeface="Apto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1A56A6-BB1B-64F1-EEA5-615262716B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buClr>
                <a:srgbClr val="8AD0D6"/>
              </a:buClr>
            </a:pPr>
            <a:r>
              <a:rPr lang="en-US" sz="2800" b="1" u="sng" dirty="0">
                <a:latin typeface="Aptos"/>
                <a:ea typeface="+mj-lt"/>
                <a:cs typeface="+mj-lt"/>
              </a:rPr>
              <a:t>"Future Goal"</a:t>
            </a:r>
            <a:endParaRPr lang="en-US" sz="2800" b="1">
              <a:latin typeface="Aptos"/>
            </a:endParaRPr>
          </a:p>
          <a:p>
            <a:pPr>
              <a:buClr>
                <a:srgbClr val="8AD0D6"/>
              </a:buClr>
            </a:pPr>
            <a:r>
              <a:rPr lang="en-US" dirty="0">
                <a:latin typeface="Aptos"/>
                <a:ea typeface="+mj-lt"/>
                <a:cs typeface="+mj-lt"/>
              </a:rPr>
              <a:t>Aspire to join the Army and serve the nation with dedication.</a:t>
            </a:r>
            <a:endParaRPr lang="en-US">
              <a:latin typeface="Aptos"/>
            </a:endParaRPr>
          </a:p>
          <a:p>
            <a:pPr>
              <a:buClr>
                <a:srgbClr val="8AD0D6"/>
              </a:buClr>
            </a:pPr>
            <a:r>
              <a:rPr lang="en-US" sz="2800" b="1" u="sng" dirty="0">
                <a:latin typeface="Aptos"/>
                <a:ea typeface="+mj-lt"/>
                <a:cs typeface="+mj-lt"/>
              </a:rPr>
              <a:t>"Role Model"</a:t>
            </a:r>
            <a:endParaRPr lang="en-US" sz="2800">
              <a:latin typeface="Aptos"/>
            </a:endParaRPr>
          </a:p>
          <a:p>
            <a:pPr>
              <a:buClr>
                <a:srgbClr val="8AD0D6"/>
              </a:buClr>
            </a:pPr>
            <a:r>
              <a:rPr lang="en-US" dirty="0">
                <a:latin typeface="Aptos"/>
                <a:ea typeface="+mj-lt"/>
                <a:cs typeface="+mj-lt"/>
              </a:rPr>
              <a:t>My father inspires me with his discipline, values, and determination.</a:t>
            </a:r>
            <a:endParaRPr lang="en-US">
              <a:latin typeface="Aptos"/>
            </a:endParaRPr>
          </a:p>
          <a:p>
            <a:pPr>
              <a:buClr>
                <a:srgbClr val="8AD0D6"/>
              </a:buClr>
            </a:pPr>
            <a:r>
              <a:rPr lang="en-US" sz="2400" b="1" u="sng" dirty="0">
                <a:latin typeface="Aptos"/>
                <a:ea typeface="+mj-lt"/>
                <a:cs typeface="+mj-lt"/>
              </a:rPr>
              <a:t>"Closing Fun Fact"</a:t>
            </a:r>
            <a:endParaRPr lang="en-US" sz="2400">
              <a:latin typeface="Aptos"/>
            </a:endParaRPr>
          </a:p>
          <a:p>
            <a:pPr>
              <a:buClr>
                <a:srgbClr val="8AD0D6"/>
              </a:buClr>
            </a:pPr>
            <a:r>
              <a:rPr lang="en-US" dirty="0">
                <a:latin typeface="Aptos"/>
                <a:ea typeface="+mj-lt"/>
                <a:cs typeface="+mj-lt"/>
              </a:rPr>
              <a:t>I believe challenges shape stronger individuals, and I never step back from them.</a:t>
            </a:r>
            <a:endParaRPr lang="en-US">
              <a:latin typeface="Aptos"/>
            </a:endParaRPr>
          </a:p>
          <a:p>
            <a:pPr>
              <a:buClr>
                <a:srgbClr val="8AD0D6"/>
              </a:buClr>
            </a:pPr>
            <a:endParaRPr lang="en-US" dirty="0"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350979307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Ion</vt:lpstr>
      <vt:lpstr>"MY INTRODUCTION"</vt:lpstr>
      <vt:lpstr>"About Me"</vt:lpstr>
      <vt:lpstr>Personality + Hobbies</vt:lpstr>
      <vt:lpstr>"Academic &amp; Personal Achievements"</vt:lpstr>
      <vt:lpstr>"Skills learned in course + fav  tool"</vt:lpstr>
      <vt:lpstr>"Strength and weakness"</vt:lpstr>
      <vt:lpstr>"Future Path &amp; Inspiration"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142</cp:revision>
  <dcterms:created xsi:type="dcterms:W3CDTF">2025-09-26T12:31:25Z</dcterms:created>
  <dcterms:modified xsi:type="dcterms:W3CDTF">2025-09-26T13:22:47Z</dcterms:modified>
</cp:coreProperties>
</file>